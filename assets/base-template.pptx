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宋体-简</vt:lpstr>
      <vt:lpstr>苹方-简</vt:lpstr>
      <vt:lpstr>微软雅黑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盛少</cp:lastModifiedBy>
  <cp:revision>164</cp:revision>
  <dcterms:created xsi:type="dcterms:W3CDTF">2026-03-23T15:18:41Z</dcterms:created>
  <dcterms:modified xsi:type="dcterms:W3CDTF">2026-03-23T15:18:41Z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93A6FE90A8588D379559C16982988318_41</vt:lpwstr>
  </property>
</Properties>
</file>